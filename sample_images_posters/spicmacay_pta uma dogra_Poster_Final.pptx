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D01"/>
    <a:srgbClr val="FEF105"/>
    <a:srgbClr val="EF0D00"/>
    <a:srgbClr val="C42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228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75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9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61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01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78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22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9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19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6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84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974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A06B5-DF65-44C8-A09F-061E3E46792D}" type="datetimeFigureOut">
              <a:rPr lang="en-IN" smtClean="0"/>
              <a:t>08-02-2018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5AC01-139A-4D59-A163-AF0BEDC490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2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0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/>
          <p:cNvSpPr/>
          <p:nvPr/>
        </p:nvSpPr>
        <p:spPr>
          <a:xfrm>
            <a:off x="152445" y="190006"/>
            <a:ext cx="6557113" cy="9533877"/>
          </a:xfrm>
          <a:prstGeom prst="roundRect">
            <a:avLst>
              <a:gd name="adj" fmla="val 10977"/>
            </a:avLst>
          </a:prstGeom>
          <a:solidFill>
            <a:srgbClr val="FEF10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702" y="397407"/>
            <a:ext cx="661417" cy="15209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052" y="852689"/>
            <a:ext cx="1165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8119" y="856335"/>
            <a:ext cx="1729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8335" y="1872813"/>
            <a:ext cx="257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MUMBAI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8793" y="2162282"/>
            <a:ext cx="22252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ASSOCIATION WITH</a:t>
            </a:r>
            <a:endParaRPr lang="en-IN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9279" y="2414786"/>
            <a:ext cx="40446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KENDRIYA VIDYALAYA BHANDUP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16255" y="2725287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4818" y="3059787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8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KATHAK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6832" y="3066278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8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PTA. UMA DOGRA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8094" y="7113772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smtClean="0">
                <a:solidFill>
                  <a:srgbClr val="8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</a:t>
            </a:r>
            <a:r>
              <a:rPr lang="en-IN" b="1" baseline="30000" smtClean="0">
                <a:solidFill>
                  <a:srgbClr val="8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</a:t>
            </a:r>
            <a:r>
              <a:rPr lang="en-IN" b="1" smtClean="0">
                <a:solidFill>
                  <a:srgbClr val="8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IN" b="1" dirty="0" smtClean="0">
                <a:solidFill>
                  <a:srgbClr val="8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February 2017</a:t>
            </a:r>
            <a:endParaRPr lang="en-IN" b="1" dirty="0">
              <a:solidFill>
                <a:srgbClr val="8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12760" y="7407680"/>
            <a:ext cx="13420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lang="en-IN" sz="15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8 - 9 AM</a:t>
            </a:r>
            <a:endParaRPr lang="en-IN" sz="1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82" y="7690962"/>
            <a:ext cx="326563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5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KV </a:t>
            </a:r>
            <a:r>
              <a:rPr lang="en-IN" sz="1500" b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Bhandup</a:t>
            </a:r>
            <a:r>
              <a:rPr lang="en-IN" sz="15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NCH Colony,</a:t>
            </a:r>
          </a:p>
          <a:p>
            <a:pPr algn="ctr"/>
            <a:r>
              <a:rPr lang="en-IN" sz="15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Kanjurmarg West,  Mumbai </a:t>
            </a:r>
          </a:p>
          <a:p>
            <a:pPr algn="ctr"/>
            <a:endParaRPr lang="en-IN" sz="1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6765" y="8899141"/>
            <a:ext cx="498405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Contact : Sabyasachi Dey (+</a:t>
            </a:r>
            <a:r>
              <a:rPr lang="en-IN" sz="15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918108098246)</a:t>
            </a:r>
          </a:p>
          <a:p>
            <a:r>
              <a:rPr lang="en-IN" sz="15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Facebook  </a:t>
            </a:r>
            <a:r>
              <a:rPr lang="en-IN" sz="15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 @</a:t>
            </a:r>
            <a:r>
              <a:rPr lang="en-IN" sz="15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SpicMacayMumbai</a:t>
            </a:r>
            <a:endParaRPr lang="en-IN" sz="1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/>
            <a:endParaRPr lang="en-IN" sz="15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9" b="8971"/>
          <a:stretch/>
        </p:blipFill>
        <p:spPr>
          <a:xfrm>
            <a:off x="1684690" y="3508529"/>
            <a:ext cx="3492621" cy="348343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0795" y="8374994"/>
            <a:ext cx="6301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SPICMACAY is a voluntary, not for profit student movement. </a:t>
            </a:r>
          </a:p>
          <a:p>
            <a:pPr algn="ctr"/>
            <a:r>
              <a:rPr lang="en-IN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 meet every Saturday, 4 pm at ICT, </a:t>
            </a:r>
            <a:r>
              <a:rPr lang="en-IN" sz="14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Matunga</a:t>
            </a:r>
            <a:endParaRPr lang="en-IN" sz="1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5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60</Words>
  <Application>Microsoft Office PowerPoint</Application>
  <PresentationFormat>A4 Paper (210x297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lekshk</dc:creator>
  <cp:lastModifiedBy>Dey, Sabyasachi</cp:lastModifiedBy>
  <cp:revision>23</cp:revision>
  <dcterms:created xsi:type="dcterms:W3CDTF">2017-09-12T18:30:35Z</dcterms:created>
  <dcterms:modified xsi:type="dcterms:W3CDTF">2018-02-08T18:17:04Z</dcterms:modified>
</cp:coreProperties>
</file>